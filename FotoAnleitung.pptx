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9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B5AB31-BB3E-D998-CE97-A9B6CFD2C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EF39AC8-9226-E736-9764-5780CD7ED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E30706-1BCD-AB64-92D9-9DB2EB8F1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54F6-AE2D-4938-B766-7C019088E91A}" type="datetimeFigureOut">
              <a:rPr lang="de-DE" smtClean="0"/>
              <a:t>04.01.2026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8352D8-CE8C-9A4C-8ED8-C303F83C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8FCBFC-922F-7431-8378-38BC861A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EB-34BD-426B-BD0D-6813D4C73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2126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5CC3C9-047E-2966-6D4D-4132BF83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EEAC74-6EBC-04F6-3273-0A0F609DA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876363-84BC-746B-BDB4-26A274F4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54F6-AE2D-4938-B766-7C019088E91A}" type="datetimeFigureOut">
              <a:rPr lang="de-DE" smtClean="0"/>
              <a:t>04.01.2026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35C95B-3D47-87A7-85E4-3E69AD632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48F974-50D9-DCBD-73BD-B8624613C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EB-34BD-426B-BD0D-6813D4C73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361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7B49AA-0A3E-E55B-4A3A-168A03DA7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FBB4E5-9E0B-F54E-AE72-EA1E8F04E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C95BDD-949C-9D6D-D402-43CB6CBEF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54F6-AE2D-4938-B766-7C019088E91A}" type="datetimeFigureOut">
              <a:rPr lang="de-DE" smtClean="0"/>
              <a:t>04.01.2026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B988EB-6114-57D0-3F70-CBB532E35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A8A171-FAD9-3CE8-8F99-FC703F8E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EB-34BD-426B-BD0D-6813D4C73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4204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5C549-5E63-0CA3-294B-8E566E7E8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D92A90-3994-655E-BC98-83D393A47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2243BD2-E70F-DEE2-D1F9-ACBA7A094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1B8039-1E18-B5FD-BCD6-B5772E870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54F6-AE2D-4938-B766-7C019088E91A}" type="datetimeFigureOut">
              <a:rPr lang="de-DE" smtClean="0"/>
              <a:t>04.01.2026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75629F-9791-0E7A-EA8D-7AC1E4381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D3EB67-ECCF-20D3-E362-CCDB9938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EB-34BD-426B-BD0D-6813D4C73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4068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E29699-FA1B-1670-D90B-C91494246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BD2A76-63A5-C70B-3D43-2EE1777F9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9612FA-7DA6-3EAF-BE07-0F09A6A47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10B12FA-419E-5E31-B1FE-139931CCC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6C053EF-4D70-C2CB-F78F-F5941D193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0ED16BA-E082-1B31-806B-4FE4933C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54F6-AE2D-4938-B766-7C019088E91A}" type="datetimeFigureOut">
              <a:rPr lang="de-DE" smtClean="0"/>
              <a:t>04.01.2026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B6D0F4F-FE42-CA81-DDD9-6CA0D60BB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841E7D8-3D0B-8BAE-EB8B-FDF2BE126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EB-34BD-426B-BD0D-6813D4C73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17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BB13E5-92A6-8902-C2DB-A6757E184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002CAFC-6CCD-296F-90CF-C40B06B6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54F6-AE2D-4938-B766-7C019088E91A}" type="datetimeFigureOut">
              <a:rPr lang="de-DE" smtClean="0"/>
              <a:t>04.01.2026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A1B144-5092-9667-8476-2B03DC83F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684D41-996C-FECE-DD05-2FFBBF5A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EB-34BD-426B-BD0D-6813D4C73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598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0F0E3C1-B7C0-B698-2D2F-B945CAEB4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54F6-AE2D-4938-B766-7C019088E91A}" type="datetimeFigureOut">
              <a:rPr lang="de-DE" smtClean="0"/>
              <a:t>04.01.2026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88FB96F-3409-4935-3FDD-50D4E6B6B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BE4CD8-CD9F-6943-9AFA-43BEF73FB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EB-34BD-426B-BD0D-6813D4C73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441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00AC0B-7203-EA0F-0DAD-9C00A94E9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320BE2-1274-09C6-8103-9C0DB34D2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F102B3-2DC8-CC92-684B-55CF70EAA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C65599-A85A-7FDF-8B0E-2EC82F059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54F6-AE2D-4938-B766-7C019088E91A}" type="datetimeFigureOut">
              <a:rPr lang="de-DE" smtClean="0"/>
              <a:t>04.01.2026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F3C2BA-1F09-0FCA-C106-0F8E1856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F032AA-BEDB-6F7B-C887-7630583E3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EB-34BD-426B-BD0D-6813D4C73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6134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61677-4D5D-AC7C-61B6-7C1115D0B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4CDC4DB-99B6-58BB-C272-16CE829C2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A48B642-F699-BBC0-921D-036A5F0BC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F56E9A-AC9D-0D9D-E625-CC39F2B8C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54F6-AE2D-4938-B766-7C019088E91A}" type="datetimeFigureOut">
              <a:rPr lang="de-DE" smtClean="0"/>
              <a:t>04.01.2026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D09546-2BDD-EC40-D867-34EC7E060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8059C6-899F-7ACD-06BC-C78C1CF95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EB-34BD-426B-BD0D-6813D4C73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981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8729D9-367A-BEE6-F74F-C6A959AD8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1AD2A70-A42B-7C92-1917-0A608A43F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6CCE61-75F4-FCDC-943E-24E8975A5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54F6-AE2D-4938-B766-7C019088E91A}" type="datetimeFigureOut">
              <a:rPr lang="de-DE" smtClean="0"/>
              <a:t>04.01.2026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B67FDC-4EEF-F1FE-5D88-E0F807B2B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DBD218-F834-EEC5-9A58-6116EC72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EB-34BD-426B-BD0D-6813D4C73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2081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111A439-6FD3-72B3-2622-8C42613EC1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8D2AD22-F2F7-FFF7-61C6-D9B2FA542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CFC56E-ED17-082E-D3E2-9EA2AF9B2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54F6-AE2D-4938-B766-7C019088E91A}" type="datetimeFigureOut">
              <a:rPr lang="de-DE" smtClean="0"/>
              <a:t>04.01.2026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8E2C68-377C-E4DC-8B87-7D0C9F8B4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084010-382E-8AE5-E34B-206633F8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EB-34BD-426B-BD0D-6813D4C73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166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DEE1A1-4174-83BA-D0FD-976C5127D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00C4BB-B8FD-50E8-1D58-A2AB445AB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D6AC54-25F6-63F9-D8A9-DC64FF261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D54F6-AE2D-4938-B766-7C019088E91A}" type="datetimeFigureOut">
              <a:rPr lang="de-DE" smtClean="0"/>
              <a:t>04.01.2026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CF729B-6B11-96FA-8CD7-A537AD2B2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732A7C-66A9-5B97-071E-C7658BCB1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100EB-34BD-426B-BD0D-6813D4C73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6461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D9BB47D-7B5D-615B-00F6-61B7F5C626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4" b="7219"/>
          <a:stretch>
            <a:fillRect/>
          </a:stretch>
        </p:blipFill>
        <p:spPr>
          <a:xfrm>
            <a:off x="2667000" y="205273"/>
            <a:ext cx="6858000" cy="615768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123C76E0-5D88-A603-F6DA-1407F0BE00B3}"/>
              </a:ext>
            </a:extLst>
          </p:cNvPr>
          <p:cNvSpPr/>
          <p:nvPr/>
        </p:nvSpPr>
        <p:spPr>
          <a:xfrm>
            <a:off x="5467739" y="774441"/>
            <a:ext cx="2537926" cy="2911149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C00000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3F5E10B-0472-C2C5-157A-038074764E82}"/>
              </a:ext>
            </a:extLst>
          </p:cNvPr>
          <p:cNvSpPr/>
          <p:nvPr/>
        </p:nvSpPr>
        <p:spPr>
          <a:xfrm>
            <a:off x="5526831" y="3041787"/>
            <a:ext cx="2537926" cy="304611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D8515B2-9579-9FDC-40C3-8B5396A4806B}"/>
              </a:ext>
            </a:extLst>
          </p:cNvPr>
          <p:cNvSpPr/>
          <p:nvPr/>
        </p:nvSpPr>
        <p:spPr>
          <a:xfrm>
            <a:off x="5467739" y="4275079"/>
            <a:ext cx="2537926" cy="2087873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7FE94C7-93EB-0DFA-62BA-F76B00609EE0}"/>
              </a:ext>
            </a:extLst>
          </p:cNvPr>
          <p:cNvSpPr txBox="1"/>
          <p:nvPr/>
        </p:nvSpPr>
        <p:spPr>
          <a:xfrm rot="16200000">
            <a:off x="4149401" y="1646504"/>
            <a:ext cx="22673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800" dirty="0">
                <a:solidFill>
                  <a:schemeClr val="accent1">
                    <a:lumMod val="50000"/>
                  </a:schemeClr>
                </a:solidFill>
              </a:rPr>
              <a:t>Oberteil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6457EDA-21B0-BB81-3B71-5D12668A6DDE}"/>
              </a:ext>
            </a:extLst>
          </p:cNvPr>
          <p:cNvSpPr txBox="1"/>
          <p:nvPr/>
        </p:nvSpPr>
        <p:spPr>
          <a:xfrm rot="16200000">
            <a:off x="4090309" y="3412670"/>
            <a:ext cx="22673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800" dirty="0">
                <a:solidFill>
                  <a:srgbClr val="FF0000"/>
                </a:solidFill>
              </a:rPr>
              <a:t>Unterteil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80740E3-FA32-417A-0E82-135AAE8E32C1}"/>
              </a:ext>
            </a:extLst>
          </p:cNvPr>
          <p:cNvSpPr txBox="1"/>
          <p:nvPr/>
        </p:nvSpPr>
        <p:spPr>
          <a:xfrm rot="16200000">
            <a:off x="4323788" y="5189455"/>
            <a:ext cx="1823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800" dirty="0">
                <a:solidFill>
                  <a:schemeClr val="bg2">
                    <a:lumMod val="50000"/>
                  </a:schemeClr>
                </a:solidFill>
              </a:rPr>
              <a:t>Schuhe</a:t>
            </a:r>
          </a:p>
        </p:txBody>
      </p:sp>
    </p:spTree>
    <p:extLst>
      <p:ext uri="{BB962C8B-B14F-4D97-AF65-F5344CB8AC3E}">
        <p14:creationId xmlns:p14="http://schemas.microsoft.com/office/powerpoint/2010/main" val="169994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Breitbild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B.</dc:creator>
  <cp:lastModifiedBy>Christian B.</cp:lastModifiedBy>
  <cp:revision>3</cp:revision>
  <dcterms:created xsi:type="dcterms:W3CDTF">2026-01-03T11:13:57Z</dcterms:created>
  <dcterms:modified xsi:type="dcterms:W3CDTF">2026-01-04T21:12:29Z</dcterms:modified>
</cp:coreProperties>
</file>